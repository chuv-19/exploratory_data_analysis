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77723B-29C7-4580-D29E-4A7244E74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031B42-D2EA-AC97-A924-0D7A96B60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12EE47-1A72-7A2E-3010-494F79CE0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F88A-BEDD-42E6-A7AE-A25BD0E1FA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C42934-DDAA-2E1E-276A-DAECCAFE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B5209D-4043-2CAF-E47A-950EA0C0C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E864-BE6E-49DF-87EF-1D3E54C76B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933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2834DB-48C7-C0DE-C706-2F697566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AD8818-8777-E495-7721-6E97C8C23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0405C4-BE7D-6A94-FE97-C984544D0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F88A-BEDD-42E6-A7AE-A25BD0E1FA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472081-7C99-C2F0-5296-7E89B105E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8FBD1-B602-0778-D36B-FDCC901AB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E864-BE6E-49DF-87EF-1D3E54C76B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680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A0D5E1-F686-BB78-524F-B92A0FC5A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231E61-B99D-D72E-A3FA-2166993E3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0A1158-1413-839A-CB49-8CBC0EB08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F88A-BEDD-42E6-A7AE-A25BD0E1FA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1625E5-524E-289F-F3BE-6DF1219E9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191A95-AD0B-BE6F-5C38-B6E2BE2A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E864-BE6E-49DF-87EF-1D3E54C76B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11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6761B-D9AD-7ED5-5933-3F98390A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E51051-4258-8606-59FA-03C82978D5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6EAC48-96F2-FD4B-84F3-AAC7CCEA6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9DDFBA-7440-B27E-245C-71B50DBC6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F88A-BEDD-42E6-A7AE-A25BD0E1FA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E8EBBF-EF90-165A-3228-DA06141AD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2D2A90-3822-92A0-AB39-81A3A7618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E864-BE6E-49DF-87EF-1D3E54C76B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417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B95B1-3A45-4414-E912-51F57AB7A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670780-EA02-455A-DED7-6EE14C560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1F7E9F-1964-6E2C-DD3F-EEDD4088A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C710CEC-2B07-D64F-2F18-204F6C310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27A8D9A-9D67-8F93-2D53-F9D54148C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C3A466D-0ACD-C909-08AF-E64D3F21C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F88A-BEDD-42E6-A7AE-A25BD0E1FA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2AA1F75-EB6C-F0EA-ACEB-73FA7604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6FF1737-8133-032C-B427-5766D02C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E864-BE6E-49DF-87EF-1D3E54C76B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385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73D5B-C063-C7FC-8DC7-9A2D45C3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188AA32-493D-F6CB-8AFD-E5FC4E59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F88A-BEDD-42E6-A7AE-A25BD0E1FA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05F42E-981C-3BF2-1A2E-0D2100E5A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37CDAEE-D47E-0196-09EB-92F101A1D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E864-BE6E-49DF-87EF-1D3E54C76B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74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CB22A2B-17AB-5117-FC12-C752DE4B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F88A-BEDD-42E6-A7AE-A25BD0E1FA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FCB099-88EC-8B43-C8B4-8B52A2D9A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708D27-D9BA-5CEA-E45F-1F6510B3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E864-BE6E-49DF-87EF-1D3E54C76B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782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6E0487-9AFF-5014-AEBC-4E25A8CC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92DE33-EA8D-4020-4520-65485129B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D0E7D6-CD37-B038-99BC-6564BB039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ED55B2-FB64-09C9-8C38-E8C6DAEA4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F88A-BEDD-42E6-A7AE-A25BD0E1FA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C3FF24-C456-6079-2409-FD7C9AAD4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31D41C-C630-8DB4-8247-FC912E5BB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E864-BE6E-49DF-87EF-1D3E54C76B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162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82E56E-9981-1F6C-F8BC-DD740D4A5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37B213A-F66A-27C1-DD74-373121986A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6274BAB-0E25-1001-3E99-0DB1A1337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F86B5F-93E2-4104-2547-286B1DEA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F88A-BEDD-42E6-A7AE-A25BD0E1FA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2C862E-F832-305A-CD7A-FEEF57CC9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16113D-D254-95B5-75D2-35E427E3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E864-BE6E-49DF-87EF-1D3E54C76B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005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A3AAA-6F9D-00FF-3782-E54C70ECE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B7BA7F-56F9-0DCB-D6F6-629117F0C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99D449-12DA-62C6-8DBB-E7B0A5CB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F88A-BEDD-42E6-A7AE-A25BD0E1FA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A839B2-B618-B4D1-96C0-341FC1BC8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836C2D-BF75-E68D-5146-6777AFB59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E864-BE6E-49DF-87EF-1D3E54C76B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23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BA79A3E-B263-1C60-318F-58DF715F65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309DDB-E3A0-D23E-58D1-8D001EC33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B5F346-500F-C42B-0613-61DDC249F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8F88A-BEDD-42E6-A7AE-A25BD0E1FA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D69DA0-CC9F-B888-630C-846EA8735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D20099-FE9B-9D8F-C928-538F85A83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AE864-BE6E-49DF-87EF-1D3E54C76B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05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A36CE4-88F1-9431-1873-90AD2DAEE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154C42-4222-9E8E-EE5B-7D90B9B27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7FCC32-19F1-A0A9-3507-066BCB352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8F88A-BEDD-42E6-A7AE-A25BD0E1FA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6C8878-FD5F-EB77-DEF6-05F224494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178E67-6AF8-9ACC-DCE1-E5664E2CE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AE864-BE6E-49DF-87EF-1D3E54C76B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22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7C7C8-77F5-3C85-F6BE-D1B0307A5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1965" y="2369502"/>
            <a:ext cx="9568070" cy="1889885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факторов риска диабета. Визуализация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83594F-B849-93AD-DB51-64A2F8F93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2217" y="5202238"/>
            <a:ext cx="4389783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 студентка гр.9ИС-21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Шинкарь Е.Ю.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Ильюшина А.Н.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36C856-043D-AFDB-9796-9FA2647D213B}"/>
              </a:ext>
            </a:extLst>
          </p:cNvPr>
          <p:cNvSpPr txBox="1"/>
          <p:nvPr/>
        </p:nvSpPr>
        <p:spPr>
          <a:xfrm>
            <a:off x="5702576" y="507454"/>
            <a:ext cx="887067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500" dirty="0"/>
              <a:t>☤</a:t>
            </a:r>
            <a:r>
              <a:rPr lang="ru-RU" sz="96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AD256C-6926-3E99-E22C-B49D37A60F0A}"/>
              </a:ext>
            </a:extLst>
          </p:cNvPr>
          <p:cNvSpPr txBox="1"/>
          <p:nvPr/>
        </p:nvSpPr>
        <p:spPr>
          <a:xfrm>
            <a:off x="6569765" y="566892"/>
            <a:ext cx="609765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dirty="0"/>
              <a:t>ﮩ٨ـﮩﮩ٨ـ♡ﮩ٨ـﮩﮩ٨ـ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166C1-88B7-5C94-B481-9393E618B518}"/>
              </a:ext>
            </a:extLst>
          </p:cNvPr>
          <p:cNvSpPr txBox="1"/>
          <p:nvPr/>
        </p:nvSpPr>
        <p:spPr>
          <a:xfrm>
            <a:off x="914401" y="651230"/>
            <a:ext cx="494637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dirty="0"/>
              <a:t>ﮩ٨ـﮩﮩ٨ـ♡ﮩ٨ـﮩﮩ٨ـ</a:t>
            </a:r>
          </a:p>
        </p:txBody>
      </p:sp>
    </p:spTree>
    <p:extLst>
      <p:ext uri="{BB962C8B-B14F-4D97-AF65-F5344CB8AC3E}">
        <p14:creationId xmlns:p14="http://schemas.microsoft.com/office/powerpoint/2010/main" val="954218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D5B4EC-ED51-7DC0-C95D-303B1C9F1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Суть работы  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35C454-3AD5-8F9F-AB60-4F4E0404C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175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исследовательский анализ данных (EDA) для выявления факторов, связанных с наличием диабета у пациентов.</a:t>
            </a:r>
          </a:p>
          <a:p>
            <a:pPr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распределения признаков;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различия между группами (с диабетом и без);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значимые корреляции;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Предложить гипотезы или меры по выявлению и профилактике диабета.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324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DC4EF5-8856-CA13-81AC-2E04F7BE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📶 Предобработка данных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512F0D-E8CC-89CD-F18E-64E72EDBC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027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Приведение типов данных (категориальные и числовые)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Проверка и обработка пропущенных значений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Нормализация числовых признаков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2832B24-D786-DE6A-173F-717267EA2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602" y="2917984"/>
            <a:ext cx="8818796" cy="371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988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0A45F-384A-C9B1-8FF0-B0886E492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altLang="ru-RU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kumimoji="0" lang="ru-RU" altLang="ru-RU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возраста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C4E3F8-DC54-AAF6-FD77-264971CFB291}"/>
              </a:ext>
            </a:extLst>
          </p:cNvPr>
          <p:cNvSpPr txBox="1"/>
          <p:nvPr/>
        </p:nvSpPr>
        <p:spPr>
          <a:xfrm>
            <a:off x="2099226" y="5478778"/>
            <a:ext cx="7993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Пациенты с диабетом чаще встречаются в старших возрастных группах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84BC44C-88B6-875A-BDBC-4DA6DF319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464" y="1843708"/>
            <a:ext cx="8709070" cy="31705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27926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11CDB0-65EF-3805-72F6-4FE310013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226" y="365125"/>
            <a:ext cx="1109207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Ящики с усами — числовые признаки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E11B8CB-BC7F-1CD7-AA98-D30D6D4EB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20" y="4016277"/>
            <a:ext cx="5989983" cy="2181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0F325DE-9436-3273-F69B-6045B5EEA2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723"/>
          <a:stretch/>
        </p:blipFill>
        <p:spPr>
          <a:xfrm>
            <a:off x="6470149" y="1639036"/>
            <a:ext cx="5426989" cy="21874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E48C9C5-EE3F-A928-6315-3B61C7DFC1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15" b="4045"/>
          <a:stretch/>
        </p:blipFill>
        <p:spPr>
          <a:xfrm>
            <a:off x="214020" y="1645444"/>
            <a:ext cx="6037469" cy="21810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7D15F73-D69C-2056-E991-ADB5ACEC210F}"/>
              </a:ext>
            </a:extLst>
          </p:cNvPr>
          <p:cNvSpPr txBox="1"/>
          <p:nvPr/>
        </p:nvSpPr>
        <p:spPr>
          <a:xfrm>
            <a:off x="6550991" y="4203301"/>
            <a:ext cx="54269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HbA1c и уровень глюкозы в крови — ключевые биомаркеры диабета. У больных диабетом они существенно выше, чем у здоровых.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Возраст и индекс массы тела (BMI) также повышены у диабетиков, но различия менее выражены по сравнению с глюкозой и HbA1c.</a:t>
            </a:r>
          </a:p>
        </p:txBody>
      </p:sp>
    </p:spTree>
    <p:extLst>
      <p:ext uri="{BB962C8B-B14F-4D97-AF65-F5344CB8AC3E}">
        <p14:creationId xmlns:p14="http://schemas.microsoft.com/office/powerpoint/2010/main" val="261001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C8E0D-2C72-9587-423C-AC6F2C85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996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Категориальные признаки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DF50A1-7EA8-D875-8B2E-3B9F1323B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513" y="1422331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Гистограммы по признакам: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CD39A6-EEC7-D0E8-E418-D8A846774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2" y="2188487"/>
            <a:ext cx="5874616" cy="21369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C624F4-0305-435B-2126-A10497B7A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927" y="2188486"/>
            <a:ext cx="5821017" cy="21369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8D2722-4078-3CD5-059D-32A8C5E76F24}"/>
              </a:ext>
            </a:extLst>
          </p:cNvPr>
          <p:cNvSpPr txBox="1"/>
          <p:nvPr/>
        </p:nvSpPr>
        <p:spPr>
          <a:xfrm>
            <a:off x="872806" y="4850339"/>
            <a:ext cx="107102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Гипертония и история курения чаще встречаются у пациентов с диабетом, однако эти признаки демонстрируют слабую или умеренную связь. Пол оказывает незначительное влияние: мужчины незначительно чаще страдают диабетом.</a:t>
            </a:r>
          </a:p>
        </p:txBody>
      </p:sp>
    </p:spTree>
    <p:extLst>
      <p:ext uri="{BB962C8B-B14F-4D97-AF65-F5344CB8AC3E}">
        <p14:creationId xmlns:p14="http://schemas.microsoft.com/office/powerpoint/2010/main" val="199491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63C2A0-8E96-5EE5-C7AD-215A841A4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Корреляционный анализ 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AA8DB5-533F-C8DA-8911-A7BC7C6B4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02" y="1338606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Тепловая карта корреляций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24C451-6A6A-F5ED-2044-F61FC6FED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810" y="1491906"/>
            <a:ext cx="5563555" cy="49125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49EC47-F5B9-5D9E-271B-5414FA55F6E3}"/>
              </a:ext>
            </a:extLst>
          </p:cNvPr>
          <p:cNvSpPr txBox="1"/>
          <p:nvPr/>
        </p:nvSpPr>
        <p:spPr>
          <a:xfrm>
            <a:off x="484502" y="2221614"/>
            <a:ext cx="530574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-корреляция подтвердила: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Высокую зависимость диабета от HbA1c и глюкозы.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Умеренную связь с возрастом и BMI, что подчёркивает значимость возрастно-весовых факторов.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Слабую, но заметную связь с гипертонией и курением — возможно, как с факторами риска, так и как следствием образа жизни</a:t>
            </a:r>
          </a:p>
        </p:txBody>
      </p:sp>
    </p:spTree>
    <p:extLst>
      <p:ext uri="{BB962C8B-B14F-4D97-AF65-F5344CB8AC3E}">
        <p14:creationId xmlns:p14="http://schemas.microsoft.com/office/powerpoint/2010/main" val="1361173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C2010-E04B-373E-6F4E-8D8CF76A9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🩺 Выводы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AACB74E-6478-F84F-2B1C-9A21A9439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047" y="1690688"/>
            <a:ext cx="11227906" cy="4351338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анализа и визуализации позволяют строить информативные модели машинного обучения, в которых наибольший вес следует отдать показателям HbA1c и глюкозы.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факторы риска — возраст, ожирение, гипертония, болезни сердца — должны учитываться в оценке риска.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Поведенческие факторы — история курения, пол — обладают меньшей значимостью, но могут усиливать действие других признаков.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Возраст и диабет: пик заболеваемости наблюдается в возрастной группе 48–52 года, при этом тенденция к росту начинается уже с 38 лет. </a:t>
            </a:r>
          </a:p>
        </p:txBody>
      </p:sp>
    </p:spTree>
    <p:extLst>
      <p:ext uri="{BB962C8B-B14F-4D97-AF65-F5344CB8AC3E}">
        <p14:creationId xmlns:p14="http://schemas.microsoft.com/office/powerpoint/2010/main" val="1604117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E218F-85D0-7B4F-328B-8363566F5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применение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0E1F51-B9BD-BB40-90E1-68B4D1B2C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21" y="1393821"/>
            <a:ext cx="11088757" cy="21599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Использовать результаты в системах раннего предупреждения;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группы риска по простым признакам;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скрининговых программ на основе выявленных факторов.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Picture background">
            <a:extLst>
              <a:ext uri="{FF2B5EF4-FFF2-40B4-BE49-F238E27FC236}">
                <a16:creationId xmlns:a16="http://schemas.microsoft.com/office/drawing/2014/main" id="{26292611-3EF2-33C6-36B6-11A1D7F56A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70855C5E-B9E4-C6C7-C955-857E0CC75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113" y="3127710"/>
            <a:ext cx="7765774" cy="350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430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A41D2B-6598-F0BD-7316-A4EA6D7B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🚩 Дальнейшие шаги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43883E-B5EA-526D-3A67-A6B257CD6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722" y="1986239"/>
            <a:ext cx="6566452" cy="2030757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модели машинного обучения (логистическая регрессия, случайный лес и др.)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значимости признаков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простой системы оценки риска на основе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в систему диагностики и профилактики 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BE6DAEE6-17B2-3CD1-1379-737628A71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757" y="1882154"/>
            <a:ext cx="5085521" cy="339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1504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422</Words>
  <Application>Microsoft Office PowerPoint</Application>
  <PresentationFormat>Широкоэкранный</PresentationFormat>
  <Paragraphs>48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Анализ факторов риска диабета. Визуализация данных</vt:lpstr>
      <vt:lpstr>🎯 Суть работы  </vt:lpstr>
      <vt:lpstr>📶 Предобработка данных</vt:lpstr>
      <vt:lpstr>📊 Распределение возраста</vt:lpstr>
      <vt:lpstr>📊 Ящики с усами — числовые признаки</vt:lpstr>
      <vt:lpstr>📈 Категориальные признаки</vt:lpstr>
      <vt:lpstr>📈 Корреляционный анализ  </vt:lpstr>
      <vt:lpstr>🩺 Выводы</vt:lpstr>
      <vt:lpstr>✅ Практическое применение </vt:lpstr>
      <vt:lpstr>🚩 Дальнейшие шаги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Елизавета Шинкарь</dc:creator>
  <cp:lastModifiedBy>Елизавета Шинкарь</cp:lastModifiedBy>
  <cp:revision>2</cp:revision>
  <dcterms:created xsi:type="dcterms:W3CDTF">2025-05-22T16:56:24Z</dcterms:created>
  <dcterms:modified xsi:type="dcterms:W3CDTF">2025-05-22T18:50:07Z</dcterms:modified>
</cp:coreProperties>
</file>